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search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Cosine similarity, semantic retrieval, and citation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RRF study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how reciprocal rank fusion combines keyword and semantic ranks.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 RAG fixture slides</dc:title>
  <dc:subject>Deterministic evaluation fixture</dc:subject>
  <dc:creator>Uni RAG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